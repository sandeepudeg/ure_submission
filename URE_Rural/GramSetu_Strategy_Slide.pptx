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Gram-Setu (URE) — Strategic Advantage &amp; Unit Economics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Gram-Setu (URE)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AgroStar / DeHaat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Multi-Agent Orchestration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 ML pipelines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Contextual Synthesis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 Navigation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Response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Autonomous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Reactive/Single-purpose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/>
            </a:pPr>
            <a:r>
              <a:t>II. Scalability &amp; Cost Optimization (10K User Benchmark)</a:t>
            </a:r>
          </a:p>
          <a:p>
            <a:pPr>
              <a:defRPr sz="1400"/>
            </a:pPr>
            <a:r>
              <a:t>Monthly Cost Efficiency: $8.0K total ($0.80 per user cost).</a:t>
            </a:r>
          </a:p>
          <a:p>
            <a:pPr>
              <a:defRPr sz="1400"/>
            </a:pPr>
            <a:r>
              <a:t>Interaction Mix: 60% Text, 20% Image, 20% RAG queries.</a:t>
            </a:r>
          </a:p>
          <a:p>
            <a:pPr>
              <a:defRPr sz="1400"/>
            </a:pPr>
            <a:r>
              <a:t>Profitability Moat: 23.8% cost reduction via Prompt Caching &amp; Model Tiering.</a:t>
            </a:r>
          </a:p>
          <a:p>
            <a:pPr>
              <a:defRPr sz="1400"/>
            </a:pPr>
            <a:r>
              <a:t>Infrastructure Insight: 99%+ costs driven by Bedrock API calls.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>
                <a:solidFill>
                  <a:srgbClr val="0066CC"/>
                </a:solidFill>
              </a:defRPr>
            </a:pPr>
            <a:r>
              <a:t>Takeaway: "Gram-Setu bridges the orchestration gap while maintaining flat unit economics."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